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2FB633-6F10-4EA0-A70E-8DA523B8863D}">
          <p14:sldIdLst>
            <p14:sldId id="256"/>
            <p14:sldId id="259"/>
            <p14:sldId id="257"/>
            <p14:sldId id="258"/>
            <p14:sldId id="261"/>
            <p14:sldId id="262"/>
            <p14:sldId id="265"/>
            <p14:sldId id="263"/>
            <p14:sldId id="264"/>
            <p14:sldId id="266"/>
            <p14:sldId id="267"/>
            <p14:sldId id="268"/>
            <p14:sldId id="269"/>
            <p14:sldId id="270"/>
          </p14:sldIdLst>
        </p14:section>
        <p14:section name="Untitled Section" id="{DAFEB611-47D3-4D3D-B446-0A6EF51BB37F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38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0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99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2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2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9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98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3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3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5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84720-6885-488C-9A7A-C9E01E6D282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1622A07-FB94-4968-9F78-8595AADABF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65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arrionknight/reel/DD0U5opvSDX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4272-7F57-15C9-5082-5554EE6FE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LINEAR DATA STRUCTURES!</a:t>
            </a:r>
            <a:br>
              <a:rPr lang="en-US" dirty="0"/>
            </a:br>
            <a:br>
              <a:rPr lang="en-US" sz="1000" dirty="0"/>
            </a:br>
            <a:r>
              <a:rPr lang="en-US" sz="1000" dirty="0"/>
              <a:t>(AND Binary search trees)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7678D-4E5C-9E0E-ED2A-180B78D863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Me (Again)</a:t>
            </a:r>
          </a:p>
        </p:txBody>
      </p:sp>
    </p:spTree>
    <p:extLst>
      <p:ext uri="{BB962C8B-B14F-4D97-AF65-F5344CB8AC3E}">
        <p14:creationId xmlns:p14="http://schemas.microsoft.com/office/powerpoint/2010/main" val="82155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6057-BE16-B01F-1337-34C1CEC7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Linear data structure??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B0BB6-E5A3-324B-C3BC-785A6A0B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Google Sans"/>
              </a:rPr>
              <a:t>A linear data structure is </a:t>
            </a:r>
            <a:r>
              <a:rPr lang="en-US" dirty="0"/>
              <a:t>a way of organizing data where elements are stored sequentially</a:t>
            </a:r>
          </a:p>
          <a:p>
            <a:r>
              <a:rPr lang="en-US" dirty="0">
                <a:latin typeface="Google Sans"/>
              </a:rPr>
              <a:t>Common operations include i</a:t>
            </a:r>
            <a:r>
              <a:rPr lang="en-US" b="0" i="0" dirty="0">
                <a:effectLst/>
                <a:latin typeface="Google Sans"/>
              </a:rPr>
              <a:t>nsertion, deletion, and searching	</a:t>
            </a:r>
          </a:p>
          <a:p>
            <a:pPr marL="0" indent="0">
              <a:buNone/>
            </a:pPr>
            <a:r>
              <a:rPr lang="en-US" dirty="0">
                <a:latin typeface="Google Sans"/>
              </a:rPr>
              <a:t>	O</a:t>
            </a:r>
            <a:r>
              <a:rPr lang="en-US" b="0" i="0" dirty="0">
                <a:effectLst/>
                <a:latin typeface="Google Sans"/>
              </a:rPr>
              <a:t>perations are usually performed on elements based on their position in the 	sequence.</a:t>
            </a:r>
            <a:endParaRPr lang="en-US" dirty="0">
              <a:latin typeface="Google Sans"/>
            </a:endParaRPr>
          </a:p>
          <a:p>
            <a:pPr marL="0" indent="0">
              <a:buNone/>
            </a:pPr>
            <a:endParaRPr lang="en-US" b="0" i="0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US" b="0" i="0" dirty="0">
                <a:effectLst/>
                <a:latin typeface="Google Sans"/>
              </a:rPr>
              <a:t>Examples of linear data structures are Stacks, Queues and Linked Lists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3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51B6-AD8D-534A-1FAE-67A14EE3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3A6E-B13F-C3CC-165C-8989393C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Nunito" panose="020F0502020204030204" pitchFamily="2" charset="0"/>
              </a:rPr>
              <a:t>A </a:t>
            </a:r>
            <a:r>
              <a:rPr lang="en-US" dirty="0">
                <a:latin typeface="Nunito" panose="020F0502020204030204" pitchFamily="2" charset="0"/>
              </a:rPr>
              <a:t>stack</a:t>
            </a:r>
            <a:r>
              <a:rPr lang="en-US" b="0" i="0" dirty="0">
                <a:effectLst/>
                <a:latin typeface="Nunito" panose="020F0502020204030204" pitchFamily="2" charset="0"/>
              </a:rPr>
              <a:t> is a linear data structure that follows a particular order in which the operations are performed.</a:t>
            </a:r>
          </a:p>
          <a:p>
            <a:r>
              <a:rPr lang="en-US" dirty="0">
                <a:latin typeface="Nunito" panose="020F0502020204030204" pitchFamily="2" charset="0"/>
              </a:rPr>
              <a:t>Stack uses Last in First out (LIFO)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A </a:t>
            </a:r>
            <a:r>
              <a:rPr lang="en-US" dirty="0">
                <a:solidFill>
                  <a:srgbClr val="444444"/>
                </a:solidFill>
                <a:latin typeface="Poppins" panose="00000500000000000000" pitchFamily="2" charset="0"/>
              </a:rPr>
              <a:t>stack has a pointer</a:t>
            </a: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 to the address of the topmost element or the last inserted one of the stack.</a:t>
            </a:r>
          </a:p>
          <a:p>
            <a:r>
              <a:rPr lang="en-US" dirty="0">
                <a:solidFill>
                  <a:srgbClr val="444444"/>
                </a:solidFill>
                <a:latin typeface="Poppins" panose="00000500000000000000" pitchFamily="2" charset="0"/>
              </a:rPr>
              <a:t>Stack uses the operations  push and pop to add and remove elements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Insertion and deletion of elements take only takes place from the top.</a:t>
            </a:r>
            <a:endParaRPr lang="en-US" dirty="0">
              <a:latin typeface="Nunito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1CC3-E08A-4615-7DFE-574340D4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1B90-A3D7-AAFA-6104-9A9CACC79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A queue is a linear data structure that follows a particular order in which the operations are performed.</a:t>
            </a:r>
          </a:p>
          <a:p>
            <a:r>
              <a:rPr lang="en-US" dirty="0"/>
              <a:t>A queue uses First In First Out (FIFO).</a:t>
            </a:r>
          </a:p>
          <a:p>
            <a:r>
              <a:rPr lang="en-US" dirty="0"/>
              <a:t>A queue has pointers to the addresses of the front and rear elements of the queue.</a:t>
            </a:r>
          </a:p>
          <a:p>
            <a:r>
              <a:rPr lang="en-US" dirty="0"/>
              <a:t>A queue uses the operations enqueue and dequeue to add and remove elements.</a:t>
            </a:r>
          </a:p>
          <a:p>
            <a:r>
              <a:rPr lang="en-US" dirty="0"/>
              <a:t>Insertion of elements takes place at the rear, and deletion of elements takes place from the front.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0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7981-EA03-FCCE-69FA-DAF56B4D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STACK VS QUEUE VISUALIZATION</a:t>
            </a:r>
          </a:p>
        </p:txBody>
      </p:sp>
      <p:pic>
        <p:nvPicPr>
          <p:cNvPr id="5" name="Content Placeholder 4" descr="A diagram of data cut&#10;&#10;Description automatically generated">
            <a:extLst>
              <a:ext uri="{FF2B5EF4-FFF2-40B4-BE49-F238E27FC236}">
                <a16:creationId xmlns:a16="http://schemas.microsoft.com/office/drawing/2014/main" id="{35014191-4442-5F9B-CFC3-9BC9A3408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75" y="2531018"/>
            <a:ext cx="9604375" cy="241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2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0E63-7FEC-813C-0615-1B43CD47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Linked List?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44E6-BC05-99C6-AC86-391F293F3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linked list is a linear data structure consisting of a sequence of nodes connected via pointers. The sequence of nodes is not stored in contiguous memory.</a:t>
            </a:r>
          </a:p>
          <a:p>
            <a:r>
              <a:rPr lang="en-US" dirty="0"/>
              <a:t>A linked list can be of different types, such as singly, doubly, or circular.</a:t>
            </a:r>
            <a:br>
              <a:rPr lang="en-US" dirty="0"/>
            </a:br>
            <a:r>
              <a:rPr lang="en-US" dirty="0"/>
              <a:t>Each node in a linked list contains data and a pointer to the next node in the sequence.</a:t>
            </a:r>
          </a:p>
          <a:p>
            <a:r>
              <a:rPr lang="en-US" dirty="0"/>
              <a:t>A linked list uses operations such as insertion and deletion to add or remove nodes.</a:t>
            </a:r>
            <a:br>
              <a:rPr lang="en-US" dirty="0"/>
            </a:br>
            <a:r>
              <a:rPr lang="en-US" dirty="0"/>
              <a:t>Insertion and deletion can occur at any position (beginning, middle, or end) by adjusting the pointers of adjacent nodes.</a:t>
            </a:r>
          </a:p>
        </p:txBody>
      </p:sp>
    </p:spTree>
    <p:extLst>
      <p:ext uri="{BB962C8B-B14F-4D97-AF65-F5344CB8AC3E}">
        <p14:creationId xmlns:p14="http://schemas.microsoft.com/office/powerpoint/2010/main" val="107909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11EA-F9CB-8EA0-E258-651A6B4C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LINKED LISTS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DDAB-6B42-0ACC-E5C6-D81CECA05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lists can be singularly or doubly linked as well as circular. </a:t>
            </a:r>
          </a:p>
          <a:p>
            <a:r>
              <a:rPr lang="en-US" dirty="0"/>
              <a:t>Singly linked lists can only be traversed in one direction while doubly linked lists can be traversed forwards and backwards.</a:t>
            </a:r>
          </a:p>
          <a:p>
            <a:r>
              <a:rPr lang="en-US" dirty="0"/>
              <a:t>Both singular and doubly linked lists can also be circular meaning that the last node points back to the first. </a:t>
            </a:r>
          </a:p>
        </p:txBody>
      </p:sp>
    </p:spTree>
    <p:extLst>
      <p:ext uri="{BB962C8B-B14F-4D97-AF65-F5344CB8AC3E}">
        <p14:creationId xmlns:p14="http://schemas.microsoft.com/office/powerpoint/2010/main" val="401882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2441-5ADC-2D61-1AC4-70935E9C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Linked List demonstrations</a:t>
            </a:r>
          </a:p>
        </p:txBody>
      </p:sp>
      <p:pic>
        <p:nvPicPr>
          <p:cNvPr id="5" name="Content Placeholder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0A2C9CB-BA50-F4FC-CAFE-8B5634BCF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80" y="1921486"/>
            <a:ext cx="2849488" cy="4259179"/>
          </a:xfr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14C5F5D-FFFE-706C-E38B-751A2A857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468" y="3292740"/>
            <a:ext cx="4114800" cy="17972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FD1BA-8F74-ECBB-A574-14771B8313E0}"/>
              </a:ext>
            </a:extLst>
          </p:cNvPr>
          <p:cNvSpPr txBox="1"/>
          <p:nvPr/>
        </p:nvSpPr>
        <p:spPr>
          <a:xfrm>
            <a:off x="1388533" y="3681743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Singular Linked List</a:t>
            </a:r>
          </a:p>
        </p:txBody>
      </p:sp>
    </p:spTree>
    <p:extLst>
      <p:ext uri="{BB962C8B-B14F-4D97-AF65-F5344CB8AC3E}">
        <p14:creationId xmlns:p14="http://schemas.microsoft.com/office/powerpoint/2010/main" val="246397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D5AD-901C-76B9-8EB4-D01AB079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Linked list demonstrations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6154-C46E-1225-3286-5ECDA99E1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658267"/>
            <a:ext cx="2468488" cy="4226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Doubly Linked List</a:t>
            </a:r>
          </a:p>
        </p:txBody>
      </p:sp>
      <p:pic>
        <p:nvPicPr>
          <p:cNvPr id="5" name="Picture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B19FD255-AA5F-C330-0379-9B2EBF2B7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704" y="2007655"/>
            <a:ext cx="4428429" cy="404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A071-59BB-48F6-278D-67089169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BINARY SEARCH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B9211-648E-E8AB-35F4-35185E6D2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binary search tree (BST) is a hierarchical data structure consisting of nodes connected in a tree-like structure. The nodes are not stored in contiguous memory.</a:t>
            </a:r>
          </a:p>
          <a:p>
            <a:r>
              <a:rPr lang="en-US" dirty="0"/>
              <a:t>A binary search tree follows the binary search property, where:</a:t>
            </a:r>
          </a:p>
          <a:p>
            <a:pPr marL="0" indent="0">
              <a:buNone/>
            </a:pPr>
            <a:r>
              <a:rPr lang="en-US" dirty="0"/>
              <a:t>	The left subtree of a node contains values less than the node's value.</a:t>
            </a:r>
          </a:p>
          <a:p>
            <a:pPr marL="0" indent="0">
              <a:buNone/>
            </a:pPr>
            <a:r>
              <a:rPr lang="en-US" dirty="0"/>
              <a:t>	The right subtree of a node contains values greater than the node's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subtree is itself a binary search tree.</a:t>
            </a:r>
          </a:p>
          <a:p>
            <a:r>
              <a:rPr lang="en-US" dirty="0"/>
              <a:t>Each node in a binary search tree contains data, a pointer to the left child, and a pointer to the right child.</a:t>
            </a:r>
          </a:p>
          <a:p>
            <a:r>
              <a:rPr lang="en-US" dirty="0"/>
              <a:t>A binary search tree supports operations such as insertion, deletion, and searching to add, remove, or locate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Insertion requires ensuring the binary search property is maintained by placing new values in their correct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Deletion similarly involves removing a node and rearranging the tree while maintaining the binary search property.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2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8465-A08D-56F2-665C-3FCBDC76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Binary search tree demonstration</a:t>
            </a:r>
          </a:p>
        </p:txBody>
      </p:sp>
      <p:pic>
        <p:nvPicPr>
          <p:cNvPr id="5" name="Content Placeholder 4" descr="A diagram of a diagram of a plane&#10;&#10;Description automatically generated with medium confidence">
            <a:extLst>
              <a:ext uri="{FF2B5EF4-FFF2-40B4-BE49-F238E27FC236}">
                <a16:creationId xmlns:a16="http://schemas.microsoft.com/office/drawing/2014/main" id="{707C3FF0-07CF-1D89-81F1-235CD4FFC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302" y="1853754"/>
            <a:ext cx="7331396" cy="34496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2733C9-8CA5-CA36-50F0-BBA11BA9C57E}"/>
              </a:ext>
            </a:extLst>
          </p:cNvPr>
          <p:cNvSpPr/>
          <p:nvPr/>
        </p:nvSpPr>
        <p:spPr>
          <a:xfrm>
            <a:off x="8669866" y="1919008"/>
            <a:ext cx="694266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A9C50F2-18F7-7655-8A27-4FA8DA9F9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546" y="1217515"/>
            <a:ext cx="3449913" cy="472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1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D527-1F34-EDCB-7689-7A5C56C2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9E7D-59CB-D596-1F11-5CE76271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6600" dirty="0"/>
              <a:t>QUESTIONS??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8AE4A-3E6C-728F-20CD-12776B51A7DB}"/>
              </a:ext>
            </a:extLst>
          </p:cNvPr>
          <p:cNvSpPr txBox="1"/>
          <p:nvPr/>
        </p:nvSpPr>
        <p:spPr>
          <a:xfrm>
            <a:off x="5874332" y="3182779"/>
            <a:ext cx="486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0D89D-EEF4-E526-6A06-42F26F721A5F}"/>
              </a:ext>
            </a:extLst>
          </p:cNvPr>
          <p:cNvSpPr txBox="1"/>
          <p:nvPr/>
        </p:nvSpPr>
        <p:spPr>
          <a:xfrm>
            <a:off x="5682298" y="3885207"/>
            <a:ext cx="7006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Plz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7964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84D1-B06F-2B1E-AD05-7B4CF410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BCD68-8FAB-13CD-F9B6-02E67623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55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3E6E-AC24-929E-16B8-78D1FCFA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0376-5AEB-CFC3-EA11-76E40074E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6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C388-AF66-9A7A-5852-BE54B2CD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96CDC-6EB6-3706-60B0-49CDC50F3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SWISS CHEESE YO OPS</a:t>
            </a:r>
            <a:endParaRPr lang="en-US" dirty="0"/>
          </a:p>
          <a:p>
            <a:pPr lvl="2"/>
            <a:r>
              <a:rPr lang="en-US" dirty="0"/>
              <a:t>(Stack demo??)</a:t>
            </a:r>
          </a:p>
        </p:txBody>
      </p:sp>
    </p:spTree>
    <p:extLst>
      <p:ext uri="{BB962C8B-B14F-4D97-AF65-F5344CB8AC3E}">
        <p14:creationId xmlns:p14="http://schemas.microsoft.com/office/powerpoint/2010/main" val="4220553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515</TotalTime>
  <Words>617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Gill Sans MT</vt:lpstr>
      <vt:lpstr>Google Sans</vt:lpstr>
      <vt:lpstr>Nunito</vt:lpstr>
      <vt:lpstr>Poppins</vt:lpstr>
      <vt:lpstr>Gallery</vt:lpstr>
      <vt:lpstr>LINEAR DATA STRUCTURES!  (AND Binary search trees)</vt:lpstr>
      <vt:lpstr>What is a Linear data structure??</vt:lpstr>
      <vt:lpstr>What is a Stack</vt:lpstr>
      <vt:lpstr>What is a queue</vt:lpstr>
      <vt:lpstr>STACK VS QUEUE VISUALIZATION</vt:lpstr>
      <vt:lpstr>What is a Linked List?</vt:lpstr>
      <vt:lpstr>LINKED LISTS (contd.)</vt:lpstr>
      <vt:lpstr>Linked List demonstrations</vt:lpstr>
      <vt:lpstr>Linked list demonstrations </vt:lpstr>
      <vt:lpstr>WHAT IS A BINARY SEARCH TREE?</vt:lpstr>
      <vt:lpstr>Binary search tree demonstration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Dwayne Reid</dc:creator>
  <cp:lastModifiedBy>Dwayne Reid</cp:lastModifiedBy>
  <cp:revision>13</cp:revision>
  <dcterms:created xsi:type="dcterms:W3CDTF">2025-01-09T17:08:11Z</dcterms:created>
  <dcterms:modified xsi:type="dcterms:W3CDTF">2025-01-10T01:43:30Z</dcterms:modified>
</cp:coreProperties>
</file>